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Қойма басқару жүйесі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Тақырыбы: Қойма (склад) жүйесін жасау</a:t>
            </a:r>
          </a:p>
          <a:p>
            <a:r>
              <a:t>Автор: Камалбай Айдос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Мақсаты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Коллекциялар (Map, List) арқылы деректерді басқару</a:t>
            </a:r>
          </a:p>
          <a:p>
            <a:r>
              <a:t>Тауарларды тиімді сақтау және өңдеу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Сипаттамасы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Жүйеде:</a:t>
            </a:r>
          </a:p>
          <a:p>
            <a:r>
              <a:t>- Тауар атауы</a:t>
            </a:r>
          </a:p>
          <a:p>
            <a:r>
              <a:t>- Саны</a:t>
            </a:r>
          </a:p>
          <a:p>
            <a:r>
              <a:t>- Бағасы</a:t>
            </a:r>
          </a:p>
          <a:p>
            <a:r>
              <a:t>сақталады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Қолданылатын құрылым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HashMap:</a:t>
            </a:r>
          </a:p>
          <a:p>
            <a:r>
              <a:t>Кілт → Тауар атауы</a:t>
            </a:r>
          </a:p>
          <a:p>
            <a:r>
              <a:t>Мән → Объект (саны, бағасы)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Функциялар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Қосу</a:t>
            </a:r>
          </a:p>
          <a:p>
            <a:r>
              <a:t>Көру</a:t>
            </a:r>
          </a:p>
          <a:p>
            <a:r>
              <a:t>Жаңарту</a:t>
            </a:r>
          </a:p>
          <a:p>
            <a:r>
              <a:t>Жою</a:t>
            </a:r>
          </a:p>
          <a:p>
            <a:r>
              <a:t>Іздеу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операциялары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– қосу</a:t>
            </a:r>
          </a:p>
          <a:p>
            <a:r>
              <a:t>Read – көру</a:t>
            </a:r>
          </a:p>
          <a:p>
            <a:r>
              <a:t>Update – жаңарту</a:t>
            </a:r>
          </a:p>
          <a:p>
            <a:r>
              <a:t>Delete – жою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 пен List айырмашылығы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 – индекс арқылы</a:t>
            </a:r>
          </a:p>
          <a:p>
            <a:r>
              <a:t>Map – кілт арқылы</a:t>
            </a:r>
          </a:p>
          <a:p>
            <a:r>
              <a:t>Map жылдамырақ іздейді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Артықшылықтары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Жылдам іздеу</a:t>
            </a:r>
          </a:p>
          <a:p>
            <a:r>
              <a:t>Ыңғайлы басқару</a:t>
            </a:r>
          </a:p>
          <a:p>
            <a:r>
              <a:t>Деректер құрылымды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Қорытынды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Қойма жүйесі – практикалық маңызды жоба</a:t>
            </a:r>
          </a:p>
          <a:p>
            <a:r>
              <a:t>Бағдарламалау дағдыларын дамытады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